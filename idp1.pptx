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655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624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840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398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6632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0154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274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68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879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4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042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6303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4862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55260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4794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2837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5411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02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2073650"/>
            <a:ext cx="5308866" cy="1515533"/>
          </a:xfrm>
        </p:spPr>
        <p:txBody>
          <a:bodyPr/>
          <a:lstStyle/>
          <a:p>
            <a:r>
              <a:rPr sz="4400" dirty="0"/>
              <a:t>Neuro Diverse Perspective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17567" y="3589183"/>
            <a:ext cx="5308866" cy="1377651"/>
          </a:xfrm>
        </p:spPr>
        <p:txBody>
          <a:bodyPr>
            <a:noAutofit/>
          </a:bodyPr>
          <a:lstStyle/>
          <a:p>
            <a:r>
              <a:rPr lang="en-US" sz="1200" dirty="0"/>
              <a:t>IDP</a:t>
            </a:r>
            <a:r>
              <a:rPr sz="1200" dirty="0"/>
              <a:t> Presentation</a:t>
            </a:r>
          </a:p>
          <a:p>
            <a:r>
              <a:rPr sz="1200" dirty="0"/>
              <a:t>Department of CSE</a:t>
            </a:r>
          </a:p>
          <a:p>
            <a:r>
              <a:rPr sz="1200" dirty="0"/>
              <a:t>Vignan's Foundation for Science, Technology and Research</a:t>
            </a:r>
            <a:endParaRPr lang="en-US" sz="1200" dirty="0"/>
          </a:p>
          <a:p>
            <a:r>
              <a:rPr lang="en-US" sz="1200" dirty="0"/>
              <a:t>-231FA04531</a:t>
            </a:r>
          </a:p>
          <a:p>
            <a:r>
              <a:rPr lang="en-US" sz="1200" dirty="0"/>
              <a:t>231FA04540</a:t>
            </a:r>
          </a:p>
          <a:p>
            <a:r>
              <a:rPr lang="en-US" sz="1200" dirty="0"/>
              <a:t>231FA04C69</a:t>
            </a:r>
            <a:endParaRPr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ASD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Autism Spectrum Disorder (ASD) is a neurodevelopmental condition.</a:t>
            </a:r>
          </a:p>
          <a:p>
            <a:pPr lvl="1"/>
            <a:r>
              <a:t>Affects social communication and behavior.</a:t>
            </a:r>
          </a:p>
          <a:p>
            <a:pPr lvl="1"/>
            <a:r>
              <a:t>Symptoms appear in early childhood.</a:t>
            </a:r>
          </a:p>
          <a:p>
            <a:pPr lvl="1"/>
            <a:r>
              <a:t>Early detection improves intervention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ASD first described in 1943 by Leo Kanner.</a:t>
            </a:r>
          </a:p>
          <a:p>
            <a:pPr lvl="1"/>
            <a:r>
              <a:t>Strong genetic and environmental factors.</a:t>
            </a:r>
          </a:p>
          <a:p>
            <a:pPr lvl="1"/>
            <a:r>
              <a:t>Neuroimaging shows atypical brain connectivity.</a:t>
            </a:r>
          </a:p>
          <a:p>
            <a:pPr lvl="1"/>
            <a:r>
              <a:t>Shift towards neurodiversity perspective.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Improve early ASD diagnosis using ML.</a:t>
            </a:r>
          </a:p>
          <a:p>
            <a:pPr lvl="1"/>
            <a:r>
              <a:rPr dirty="0"/>
              <a:t>Enhance prediction accuracy.</a:t>
            </a:r>
          </a:p>
          <a:p>
            <a:pPr lvl="1"/>
            <a:r>
              <a:rPr dirty="0"/>
              <a:t>Assist healthcare professionals.</a:t>
            </a:r>
          </a:p>
          <a:p>
            <a:pPr lvl="1"/>
            <a:r>
              <a:rPr dirty="0"/>
              <a:t>Enable timely intervention and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C7AB924-7F64-5758-ABB0-DBEB6EA024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6593" y="2442919"/>
            <a:ext cx="6385223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Study of Autism Spectrum Disorder (ASD) using Machine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demographic and behavioral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(cleaning, scaling, balancing)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and dimensionality reduction (PCA, LDA)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multiple ML models: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Naive Bayes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using Accuracy, Precision, Recall, F1-Score, ROC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models to identify best performer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Clinical Data: Medical records &amp; milestones.</a:t>
            </a:r>
          </a:p>
          <a:p>
            <a:pPr lvl="1"/>
            <a:r>
              <a:t>Genetic Data: Genetic markers.</a:t>
            </a:r>
          </a:p>
          <a:p>
            <a:pPr lvl="1"/>
            <a:r>
              <a:t>Neuroimaging Data: MRI, EEG scans.</a:t>
            </a:r>
          </a:p>
          <a:p>
            <a:pPr lvl="1"/>
            <a:r>
              <a:t>Behavioral Data: Questionnaires &amp; observations.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Handle missing values.</a:t>
            </a:r>
          </a:p>
          <a:p>
            <a:pPr lvl="1"/>
            <a:r>
              <a:t>Normalization and standardization.</a:t>
            </a:r>
          </a:p>
          <a:p>
            <a:pPr lvl="1"/>
            <a:r>
              <a:t>Outlier detection and removal.</a:t>
            </a:r>
          </a:p>
          <a:p>
            <a:pPr lvl="1"/>
            <a:r>
              <a:t>Dimensionality reduction using PCA &amp; LDA.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Building &amp;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Algorithms: DT, SVM, RF, NB, KNN, XGBoost.</a:t>
            </a:r>
          </a:p>
          <a:p>
            <a:pPr lvl="1"/>
            <a:r>
              <a:t>Train-test split.</a:t>
            </a:r>
          </a:p>
          <a:p>
            <a:pPr lvl="1"/>
            <a:r>
              <a:t>Hyperparameter tuning.</a:t>
            </a:r>
          </a:p>
          <a:p>
            <a:pPr lvl="1"/>
            <a:r>
              <a:t>Cross-validation for generalization.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Accuracy = (TP + TN) / Total.</a:t>
            </a:r>
          </a:p>
          <a:p>
            <a:pPr lvl="1"/>
            <a:r>
              <a:t>Precision, Recall, F1-Score.</a:t>
            </a:r>
          </a:p>
          <a:p>
            <a:pPr lvl="1"/>
            <a:r>
              <a:t>ROC-AUC Curve.</a:t>
            </a:r>
          </a:p>
          <a:p>
            <a:pPr lvl="1"/>
            <a:r>
              <a:t>Confusion Matrix analysis.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PCA + Classifier: ~85% accuracy.</a:t>
            </a:r>
          </a:p>
          <a:p>
            <a:pPr lvl="1"/>
            <a:r>
              <a:t>Decision Tree: ~83-85% accuracy.</a:t>
            </a:r>
          </a:p>
          <a:p>
            <a:pPr lvl="1"/>
            <a:r>
              <a:t>Random Forest: ~90% accuracy.</a:t>
            </a:r>
          </a:p>
          <a:p>
            <a:pPr lvl="1"/>
            <a:r>
              <a:t>XGBoost: ~92% accuracy (Best Performance).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Constraints &amp;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Data privacy (HIPAA, GDPR).</a:t>
            </a:r>
          </a:p>
          <a:p>
            <a:pPr lvl="1"/>
            <a:r>
              <a:t>Resource and computational limits.</a:t>
            </a:r>
          </a:p>
          <a:p>
            <a:pPr lvl="1"/>
            <a:r>
              <a:t>IEEE &amp; ISO standards followed.</a:t>
            </a:r>
          </a:p>
          <a:p>
            <a:pPr lvl="1"/>
            <a:r>
              <a:t>Security using SSL/TLS &amp; AES encryption.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44135-F8D7-E885-DB89-BAE98ABD2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5647A1-46C1-EDBC-C596-582083EB30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6865" y="2543503"/>
            <a:ext cx="6239209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ASD prediction model based on behavioral and demographic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Classification output: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ASD Positive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ASD Negative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metrics generated: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F1 Score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ROC-AUC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performing model: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(~92% accuracy)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also showed strong performance (~90%)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 Matrix and ROC Curve visualization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decision support for early ASD detection</a:t>
            </a:r>
          </a:p>
        </p:txBody>
      </p:sp>
    </p:spTree>
    <p:extLst>
      <p:ext uri="{BB962C8B-B14F-4D97-AF65-F5344CB8AC3E}">
        <p14:creationId xmlns:p14="http://schemas.microsoft.com/office/powerpoint/2010/main" val="1902307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Machine Learning aids ASD prediction.</a:t>
            </a:r>
          </a:p>
          <a:p>
            <a:pPr lvl="1"/>
            <a:r>
              <a:t>Decision Tree &amp; SVM showed promising results.</a:t>
            </a:r>
          </a:p>
          <a:p>
            <a:pPr lvl="1"/>
            <a:r>
              <a:t>Random Forest &amp; XGBoost performed best.</a:t>
            </a:r>
          </a:p>
          <a:p>
            <a:pPr lvl="1"/>
            <a:r>
              <a:t>Future scope: Integrate genetic &amp; imaging data.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</TotalTime>
  <Words>442</Words>
  <Application>Microsoft Office PowerPoint</Application>
  <PresentationFormat>On-screen Show (4:3)</PresentationFormat>
  <Paragraphs>97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Garamond</vt:lpstr>
      <vt:lpstr>Times New Roman</vt:lpstr>
      <vt:lpstr>Organic</vt:lpstr>
      <vt:lpstr>Neuro Diverse Perspective Using Machine Learning</vt:lpstr>
      <vt:lpstr>Introduction to ASD</vt:lpstr>
      <vt:lpstr>Literature Survey</vt:lpstr>
      <vt:lpstr>Motivation</vt:lpstr>
      <vt:lpstr>Proposed System</vt:lpstr>
      <vt:lpstr>Input Dataset</vt:lpstr>
      <vt:lpstr>Data Preprocessing</vt:lpstr>
      <vt:lpstr>Model Building &amp; Training</vt:lpstr>
      <vt:lpstr>Evaluation Metrics</vt:lpstr>
      <vt:lpstr>Experimental Results</vt:lpstr>
      <vt:lpstr>Constraints &amp; Standards</vt:lpstr>
      <vt:lpstr>Output 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2026-02-19T05:10:32Z</dcterms:modified>
  <cp:category/>
</cp:coreProperties>
</file>